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Verdict: Ship. The primary metric improved significantly and by more than the practical threshold. Average minutes per user was 1.07 higher with treatment than with control. A difference this large is unlikely to be down to chance. CUPED chosen after the unadjusted result (p = 0.081) was seen; both reported. CI [+0.0%, +3.3%] includes lifts below the 1% threshold. CUPED lift +1.7% vs unadjusted +2.1%: treatment had a small pre-period head start by chance (review finding 2). Regression adjustment agrees: +1.7% (p = 0.042). No dates in the data: novelty not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what was tested, on whom, for how long, and how success was defined before looking at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data quality: anything flagged here limits how far the results can be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data, sharper lens: pre-period minutes explain much of the user-to-user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Plain-English explanation of CUPED for the product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 levels for context; the decision uses the CUPED-adjusted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could make this conclusion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 and owners. The primary metric improved significantly and by more than the practical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used per analysis step and the scripts that produced each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table of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Supports the use of mean-based tests at this sample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097280" cy="50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173736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Arial"/>
              </a:rPr>
              <a:t>Home feed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8C8C8C"/>
                </a:solidFill>
                <a:latin typeface="Arial"/>
              </a:rPr>
              <a:t>Treatment raises minutes per user by 1.7% vs control (statistically significant)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  <a:latin typeface="Arial"/>
              </a:rPr>
              <a:t>01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Treatment raises minutes per user by 1.7% vs control (statistically significant)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185855" cy="914400"/>
          </a:xfrm>
          <a:prstGeom prst="rect">
            <a:avLst/>
          </a:prstGeom>
          <a:solidFill>
            <a:srgbClr val="1B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Recommendation: SHIP</a:t>
            </a:r>
            <a:r>
              <a:rPr sz="1300">
                <a:solidFill>
                  <a:srgbClr val="FFFFFF"/>
                </a:solidFill>
                <a:latin typeface="Arial"/>
              </a:rPr>
              <a:t>   The primary metric improved significantly and by more than the practical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Relative lift in minutes per user: </a:t>
            </a:r>
            <a:r>
              <a:rPr sz="1700">
                <a:solidFill>
                  <a:srgbClr val="1A1A1A"/>
                </a:solidFill>
                <a:latin typeface="Arial"/>
              </a:rPr>
              <a:t>+1.7% (95% CI [+0.0%, +3.3%])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Evidence: </a:t>
            </a:r>
            <a:r>
              <a:rPr sz="1700">
                <a:solidFill>
                  <a:srgbClr val="1A1A1A"/>
                </a:solidFill>
                <a:latin typeface="Arial"/>
              </a:rPr>
              <a:t>p = 0.042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Minutes per user: </a:t>
            </a:r>
            <a:r>
              <a:rPr sz="1700">
                <a:solidFill>
                  <a:srgbClr val="1A1A1A"/>
                </a:solidFill>
                <a:latin typeface="Arial"/>
              </a:rPr>
              <a:t>control vs treatment (adjusted): 63.77 vs 64.84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Units analysed: </a:t>
            </a:r>
            <a:r>
              <a:rPr sz="1700">
                <a:solidFill>
                  <a:srgbClr val="1A1A1A"/>
                </a:solidFill>
                <a:latin typeface="Arial"/>
              </a:rPr>
              <a:t>control: 9,902 / treatment: 10,098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Unadjusted test (for comparison): </a:t>
            </a:r>
            <a:r>
              <a:rPr sz="1700">
                <a:solidFill>
                  <a:srgbClr val="1A1A1A"/>
                </a:solidFill>
                <a:latin typeface="Arial"/>
              </a:rPr>
              <a:t>+2.1%, p = 0.081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cuped_engagement.csv; run 2026-10-01_home-feed-redesign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How the experiment was set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8389391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Variants (units)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treatment: 10,098, control: 9,902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Primary metric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minutes (continuous, goal: increase)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Statistical settings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alpha 0.05, two-sided, power 0.8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Multiple-testing correction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secondary: holm; segments: benjamini-hochberg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Analysis type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cuped reanalysis, post test readout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cuped_engagement.csv; run 2026-10-01_home-feed-redesign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Data validation: overall verdict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4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575"/>
                <a:gridCol w="1278383"/>
                <a:gridCol w="7989896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schema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 columns, 20,000 rows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dtypes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All metric columns numeric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missing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missing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duplicates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20,000 units, one row each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contamination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unit appears in more than one variant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variants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Counts {'treatment': 10098, 'control': 9902}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SRM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 = 0.166 (threshold 0.001)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outliers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extreme outliers in continuous metrics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impossible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Metric values within valid ranges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pre-period data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Available; correlations with metrics pre_minutes~minutes=0.73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covariate balance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Segment mix similar across variants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cuped_engagement.csv; run 2026-10-01_home-feed-redesign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With CUPED, the feed lifts minutes per user by +1.7%, statistically significant (p = 0.042)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ft_ci.png"/>
          <p:cNvPicPr>
            <a:picLocks noChangeAspect="1"/>
          </p:cNvPicPr>
          <p:nvPr/>
        </p:nvPicPr>
        <p:blipFill>
          <a:blip r:embed="rId2"/>
          <a:srcRect t="16900"/>
          <a:stretch>
            <a:fillRect/>
          </a:stretch>
        </p:blipFill>
        <p:spPr>
          <a:xfrm>
            <a:off x="502920" y="1417320"/>
            <a:ext cx="7589520" cy="354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Unadjusted: </a:t>
            </a:r>
            <a:r>
              <a:rPr sz="1400">
                <a:solidFill>
                  <a:srgbClr val="1A1A1A"/>
                </a:solidFill>
                <a:latin typeface="Arial"/>
              </a:rPr>
              <a:t>+2.1%, p = 0.081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CUPED: </a:t>
            </a:r>
            <a:r>
              <a:rPr sz="1400">
                <a:solidFill>
                  <a:srgbClr val="1A1A1A"/>
                </a:solidFill>
                <a:latin typeface="Arial"/>
              </a:rPr>
              <a:t>+1.7%, CI [+0.0%, +3.3%]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 b="1">
                <a:solidFill>
                  <a:srgbClr val="1A1A1A"/>
                </a:solidFill>
                <a:latin typeface="Arial"/>
              </a:rPr>
              <a:t>CUPED chosen after the first result: </a:t>
            </a:r>
            <a:r>
              <a:rPr sz="1400">
                <a:solidFill>
                  <a:srgbClr val="1A1A1A"/>
                </a:solidFill>
                <a:latin typeface="Arial"/>
              </a:rPr>
              <a:t>stated as a caveat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cuped_engagement.csv, 14-day test; n = 20,000 users; Welch t-test, CUPED with pre_minutes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Using pre-period minutes narrows the confidence interval by 31.2%, like having 2.1x the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ped_variance_reduction.png"/>
          <p:cNvPicPr>
            <a:picLocks noChangeAspect="1"/>
          </p:cNvPicPr>
          <p:nvPr/>
        </p:nvPicPr>
        <p:blipFill>
          <a:blip r:embed="rId2"/>
          <a:srcRect t="16900"/>
          <a:stretch>
            <a:fillRect/>
          </a:stretch>
        </p:blipFill>
        <p:spPr>
          <a:xfrm>
            <a:off x="502920" y="1417320"/>
            <a:ext cx="7589520" cy="354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Pre/post correlation 0.73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Variance removed: </a:t>
            </a:r>
            <a:r>
              <a:rPr sz="1400">
                <a:solidFill>
                  <a:srgbClr val="1A1A1A"/>
                </a:solidFill>
                <a:latin typeface="Arial"/>
              </a:rPr>
              <a:t>52.6%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Equivalent to 2.1x the sample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cuped_engagement.csv, 14-day test; n = 20,000 users; Welch t-test, CUPED with pre_minutes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Minutes per user: 63.8 in control vs 65.1 in treatment (unadjusted)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ric_by_variant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Control 63.8 min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>
                <a:solidFill>
                  <a:srgbClr val="1A1A1A"/>
                </a:solidFill>
                <a:latin typeface="Arial"/>
              </a:rPr>
              <a:t>Treatment 65.1 min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CUPED-adjusted difference 1.07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cuped_engagement.csv, 14-day test; n = 20,000 users; Welch t-test, CUPED with pre_minutes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Risks and caveats to keep in mind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>
                <a:solidFill>
                  <a:srgbClr val="1A1A1A"/>
                </a:solidFill>
                <a:latin typeface="Arial"/>
              </a:rPr>
              <a:t>CUPED chosen after the unadjusted result (p = 0.081) was seen; both reported.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>
                <a:solidFill>
                  <a:srgbClr val="1A1A1A"/>
                </a:solidFill>
                <a:latin typeface="Arial"/>
              </a:rPr>
              <a:t>CI [+0.0%, +3.3%] includes lifts below the 1% threshold.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CUPED lift +1.7% vs unadjusted +2.1%: </a:t>
            </a:r>
            <a:r>
              <a:rPr sz="1600">
                <a:solidFill>
                  <a:srgbClr val="1A1A1A"/>
                </a:solidFill>
                <a:latin typeface="Arial"/>
              </a:rPr>
              <a:t>treatment had a small pre-period head start by chance (review finding 2).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Regression adjustment agrees: </a:t>
            </a:r>
            <a:r>
              <a:rPr sz="1600">
                <a:solidFill>
                  <a:srgbClr val="1A1A1A"/>
                </a:solidFill>
                <a:latin typeface="Arial"/>
              </a:rPr>
              <a:t>+1.7% (p = 0.042).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No dates in the data: </a:t>
            </a:r>
            <a:r>
              <a:rPr sz="1600">
                <a:solidFill>
                  <a:srgbClr val="1A1A1A"/>
                </a:solidFill>
                <a:latin typeface="Arial"/>
              </a:rPr>
              <a:t>novelty not checked.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cuped_engagement.csv; run 2026-10-01_home-feed-redesign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Recommendation: 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1.  </a:t>
            </a:r>
            <a:r>
              <a:rPr sz="1600">
                <a:solidFill>
                  <a:srgbClr val="1A1A1A"/>
                </a:solidFill>
                <a:latin typeface="Arial"/>
              </a:rPr>
              <a:t>Ship the redesigned home feed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2.  </a:t>
            </a:r>
            <a:r>
              <a:rPr sz="1600">
                <a:solidFill>
                  <a:srgbClr val="1A1A1A"/>
                </a:solidFill>
                <a:latin typeface="Arial"/>
              </a:rPr>
              <a:t>Pre-register CUPED with pre-period minutes as the default analysis for future engagement tests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3.  </a:t>
            </a:r>
            <a:r>
              <a:rPr sz="1600">
                <a:solidFill>
                  <a:srgbClr val="1A1A1A"/>
                </a:solidFill>
                <a:latin typeface="Arial"/>
              </a:rPr>
              <a:t>Check minutes per user again four weeks after launch, as novelty could not be ruled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cuped_engagement.csv; run 2026-10-01_home-feed-redesign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566160"/>
            <a:ext cx="1097280" cy="50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137160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9DB4FF"/>
                </a:solidFill>
                <a:latin typeface="Arial"/>
              </a:rPr>
              <a:t>Methodology, validation and full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srm: </a:t>
            </a:r>
            <a:r>
              <a:rPr sz="1600">
                <a:solidFill>
                  <a:srgbClr val="1A1A1A"/>
                </a:solidFill>
                <a:latin typeface="Arial"/>
              </a:rPr>
              <a:t>srm check (code/10_validate_profile.py)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naive test: </a:t>
            </a:r>
            <a:r>
              <a:rPr sz="1600">
                <a:solidFill>
                  <a:srgbClr val="1A1A1A"/>
                </a:solidFill>
                <a:latin typeface="Arial"/>
              </a:rPr>
              <a:t>welch ttest, bootstrap mean diff (code/20_analysis_naive_test.py)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cuped test: </a:t>
            </a:r>
            <a:r>
              <a:rPr sz="1600">
                <a:solidFill>
                  <a:srgbClr val="1A1A1A"/>
                </a:solidFill>
                <a:latin typeface="Arial"/>
              </a:rPr>
              <a:t>cuped (code/20_analysis_cuped_test.py)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regression check: </a:t>
            </a:r>
            <a:r>
              <a:rPr sz="1600">
                <a:solidFill>
                  <a:srgbClr val="1A1A1A"/>
                </a:solidFill>
                <a:latin typeface="Arial"/>
              </a:rPr>
              <a:t>regression adjustment (code/20_analysis_regression_check.py)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Settings: </a:t>
            </a:r>
            <a:r>
              <a:rPr sz="1600">
                <a:solidFill>
                  <a:srgbClr val="1A1A1A"/>
                </a:solidFill>
                <a:latin typeface="Arial"/>
              </a:rPr>
              <a:t>alpha 0.05 (two-sided), power 0.8, SRM threshold 0.001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cuped_engagement.csv; run 2026-10-01_home-feed-redesign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Full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8"/>
              </a:tblGrid>
              <a:tr h="38404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Rel. lift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CI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 / P(beat)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minutes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63.77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65.11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[−0.3%, +4.5%]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0.081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welch ttest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minutes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63.77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65.11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[−0.3%, +4.5%]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0.081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bootstrap mean diff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minutes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63.77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64.84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[+0.0%, +3.3%]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0.042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cuped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minutes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63.77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64.84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[+0.1%, +3.3%]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0.042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regression adjustment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cuped_engagement.csv; run 2026-10-01_home-feed-redesign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Minutes per user are right-skewed with similar shapes in both variants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tion_compare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Long right tail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>
                <a:solidFill>
                  <a:srgbClr val="1A1A1A"/>
                </a:solidFill>
                <a:latin typeface="Arial"/>
              </a:rPr>
              <a:t>No change in shape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Bootstrap agrees with Welch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cuped_engagement.csv, 14-day test; n = 20,000 users; Welch t-test, CUPED with pre_minutes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